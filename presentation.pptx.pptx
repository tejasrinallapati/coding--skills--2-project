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5" r:id="rId8"/>
    <p:sldId id="266" r:id="rId9"/>
    <p:sldId id="268" r:id="rId10"/>
    <p:sldId id="267" r:id="rId11"/>
    <p:sldId id="269" r:id="rId12"/>
    <p:sldId id="270" r:id="rId13"/>
    <p:sldId id="271" r:id="rId14"/>
  </p:sldIdLst>
  <p:sldSz cx="18288000" cy="10287000"/>
  <p:notesSz cx="6858000" cy="9144000"/>
  <p:embeddedFontLst>
    <p:embeddedFont>
      <p:font typeface="HK Grotesk" panose="020B0604020202020204" charset="0"/>
      <p:regular r:id="rId15"/>
    </p:embeddedFont>
    <p:embeddedFont>
      <p:font typeface="HK Grotesk Semi-Bold" panose="020B0604020202020204" charset="0"/>
      <p:regular r:id="rId16"/>
    </p:embeddedFont>
    <p:embeddedFont>
      <p:font typeface="Noto Serif Display ExtraCondensed Light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E1F51B-BE65-40C5-8319-7057A7151649}" v="39" dt="2025-11-19T08:30:02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90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PRASANTH" userId="456c336b02c96c7f" providerId="LiveId" clId="{025DD65D-C1D1-4422-BA8B-639F318E93AB}"/>
    <pc:docChg chg="undo custSel addSld delSld modSld sldOrd">
      <pc:chgData name="SAI PRASANTH" userId="456c336b02c96c7f" providerId="LiveId" clId="{025DD65D-C1D1-4422-BA8B-639F318E93AB}" dt="2025-11-19T08:30:18.350" v="564" actId="12"/>
      <pc:docMkLst>
        <pc:docMk/>
      </pc:docMkLst>
      <pc:sldChg chg="addSp delSp modSp mod ord">
        <pc:chgData name="SAI PRASANTH" userId="456c336b02c96c7f" providerId="LiveId" clId="{025DD65D-C1D1-4422-BA8B-639F318E93AB}" dt="2025-11-19T07:58:26.313" v="98" actId="1076"/>
        <pc:sldMkLst>
          <pc:docMk/>
          <pc:sldMk cId="0" sldId="258"/>
        </pc:sldMkLst>
        <pc:spChg chg="mod">
          <ac:chgData name="SAI PRASANTH" userId="456c336b02c96c7f" providerId="LiveId" clId="{025DD65D-C1D1-4422-BA8B-639F318E93AB}" dt="2025-11-19T07:54:58.920" v="5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I PRASANTH" userId="456c336b02c96c7f" providerId="LiveId" clId="{025DD65D-C1D1-4422-BA8B-639F318E93AB}" dt="2025-11-19T07:55:05.530" v="52" actId="20577"/>
          <ac:spMkLst>
            <pc:docMk/>
            <pc:sldMk cId="0" sldId="258"/>
            <ac:spMk id="4" creationId="{00000000-0000-0000-0000-000000000000}"/>
          </ac:spMkLst>
        </pc:spChg>
        <pc:spChg chg="del mod topLvl">
          <ac:chgData name="SAI PRASANTH" userId="456c336b02c96c7f" providerId="LiveId" clId="{025DD65D-C1D1-4422-BA8B-639F318E93AB}" dt="2025-11-19T07:55:44.637" v="79"/>
          <ac:spMkLst>
            <pc:docMk/>
            <pc:sldMk cId="0" sldId="258"/>
            <ac:spMk id="9" creationId="{00000000-0000-0000-0000-000000000000}"/>
          </ac:spMkLst>
        </pc:spChg>
        <pc:spChg chg="del topLvl">
          <ac:chgData name="SAI PRASANTH" userId="456c336b02c96c7f" providerId="LiveId" clId="{025DD65D-C1D1-4422-BA8B-639F318E93AB}" dt="2025-11-19T07:55:21.684" v="54" actId="2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I PRASANTH" userId="456c336b02c96c7f" providerId="LiveId" clId="{025DD65D-C1D1-4422-BA8B-639F318E93AB}" dt="2025-11-19T07:56:32.600" v="85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I PRASANTH" userId="456c336b02c96c7f" providerId="LiveId" clId="{025DD65D-C1D1-4422-BA8B-639F318E93AB}" dt="2025-11-19T07:57:09.533" v="89" actId="1076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SAI PRASANTH" userId="456c336b02c96c7f" providerId="LiveId" clId="{025DD65D-C1D1-4422-BA8B-639F318E93AB}" dt="2025-11-19T07:58:26.313" v="98" actId="1076"/>
          <ac:spMkLst>
            <pc:docMk/>
            <pc:sldMk cId="0" sldId="258"/>
            <ac:spMk id="17" creationId="{90D620A0-B9C1-342D-E29A-545B483F7A2E}"/>
          </ac:spMkLst>
        </pc:spChg>
        <pc:grpChg chg="del">
          <ac:chgData name="SAI PRASANTH" userId="456c336b02c96c7f" providerId="LiveId" clId="{025DD65D-C1D1-4422-BA8B-639F318E93AB}" dt="2025-11-19T07:55:12.029" v="53" actId="21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7:55:21.684" v="54" actId="21"/>
          <ac:grpSpMkLst>
            <pc:docMk/>
            <pc:sldMk cId="0" sldId="258"/>
            <ac:grpSpMk id="8" creationId="{00000000-0000-0000-0000-000000000000}"/>
          </ac:grpSpMkLst>
        </pc:grpChg>
        <pc:grpChg chg="mod">
          <ac:chgData name="SAI PRASANTH" userId="456c336b02c96c7f" providerId="LiveId" clId="{025DD65D-C1D1-4422-BA8B-639F318E93AB}" dt="2025-11-19T07:56:57.420" v="87" actId="14100"/>
          <ac:grpSpMkLst>
            <pc:docMk/>
            <pc:sldMk cId="0" sldId="258"/>
            <ac:grpSpMk id="11" creationId="{00000000-0000-0000-0000-000000000000}"/>
          </ac:grpSpMkLst>
        </pc:grpChg>
        <pc:picChg chg="del">
          <ac:chgData name="SAI PRASANTH" userId="456c336b02c96c7f" providerId="LiveId" clId="{025DD65D-C1D1-4422-BA8B-639F318E93AB}" dt="2025-11-19T07:55:44.629" v="77" actId="21"/>
          <ac:picMkLst>
            <pc:docMk/>
            <pc:sldMk cId="0" sldId="258"/>
            <ac:picMk id="23" creationId="{9B052A2F-C73A-2160-11E9-D6E8DF91F4FD}"/>
          </ac:picMkLst>
        </pc:picChg>
      </pc:sldChg>
      <pc:sldChg chg="del">
        <pc:chgData name="SAI PRASANTH" userId="456c336b02c96c7f" providerId="LiveId" clId="{025DD65D-C1D1-4422-BA8B-639F318E93AB}" dt="2025-11-19T07:50:04.443" v="0" actId="2696"/>
        <pc:sldMkLst>
          <pc:docMk/>
          <pc:sldMk cId="0" sldId="259"/>
        </pc:sldMkLst>
      </pc:sldChg>
      <pc:sldChg chg="addSp delSp modSp mod">
        <pc:chgData name="SAI PRASANTH" userId="456c336b02c96c7f" providerId="LiveId" clId="{025DD65D-C1D1-4422-BA8B-639F318E93AB}" dt="2025-11-19T07:54:23.703" v="48" actId="207"/>
        <pc:sldMkLst>
          <pc:docMk/>
          <pc:sldMk cId="0" sldId="260"/>
        </pc:sldMkLst>
        <pc:spChg chg="add mod">
          <ac:chgData name="SAI PRASANTH" userId="456c336b02c96c7f" providerId="LiveId" clId="{025DD65D-C1D1-4422-BA8B-639F318E93AB}" dt="2025-11-19T07:54:23.703" v="48" actId="207"/>
          <ac:spMkLst>
            <pc:docMk/>
            <pc:sldMk cId="0" sldId="260"/>
            <ac:spMk id="2" creationId="{42EE96AD-DDEC-D728-16A8-98E092F06AA1}"/>
          </ac:spMkLst>
        </pc:spChg>
        <pc:spChg chg="mod">
          <ac:chgData name="SAI PRASANTH" userId="456c336b02c96c7f" providerId="LiveId" clId="{025DD65D-C1D1-4422-BA8B-639F318E93AB}" dt="2025-11-19T07:51:36.906" v="19" actId="122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08.654" v="24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31.875" v="36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31.875" v="40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08.654" v="26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31.875" v="34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7:52:31.875" v="38"/>
          <ac:spMkLst>
            <pc:docMk/>
            <pc:sldMk cId="0" sldId="260"/>
            <ac:spMk id="10" creationId="{00000000-0000-0000-0000-000000000000}"/>
          </ac:spMkLst>
        </pc:spChg>
      </pc:sldChg>
      <pc:sldChg chg="addSp delSp modSp mod">
        <pc:chgData name="SAI PRASANTH" userId="456c336b02c96c7f" providerId="LiveId" clId="{025DD65D-C1D1-4422-BA8B-639F318E93AB}" dt="2025-11-19T08:03:02.693" v="133" actId="1076"/>
        <pc:sldMkLst>
          <pc:docMk/>
          <pc:sldMk cId="0" sldId="261"/>
        </pc:sldMkLst>
        <pc:spChg chg="mod">
          <ac:chgData name="SAI PRASANTH" userId="456c336b02c96c7f" providerId="LiveId" clId="{025DD65D-C1D1-4422-BA8B-639F318E93AB}" dt="2025-11-19T08:03:02.693" v="133" actId="1076"/>
          <ac:spMkLst>
            <pc:docMk/>
            <pc:sldMk cId="0" sldId="261"/>
            <ac:spMk id="2" creationId="{00000000-0000-0000-0000-000000000000}"/>
          </ac:spMkLst>
        </pc:spChg>
        <pc:spChg chg="del topLvl">
          <ac:chgData name="SAI PRASANTH" userId="456c336b02c96c7f" providerId="LiveId" clId="{025DD65D-C1D1-4422-BA8B-639F318E93AB}" dt="2025-11-19T08:01:19.402" v="123" actId="21"/>
          <ac:spMkLst>
            <pc:docMk/>
            <pc:sldMk cId="0" sldId="261"/>
            <ac:spMk id="10" creationId="{00000000-0000-0000-0000-000000000000}"/>
          </ac:spMkLst>
        </pc:spChg>
        <pc:spChg chg="mod topLvl">
          <ac:chgData name="SAI PRASANTH" userId="456c336b02c96c7f" providerId="LiveId" clId="{025DD65D-C1D1-4422-BA8B-639F318E93AB}" dt="2025-11-19T08:01:19.402" v="123" actId="21"/>
          <ac:spMkLst>
            <pc:docMk/>
            <pc:sldMk cId="0" sldId="261"/>
            <ac:spMk id="11" creationId="{00000000-0000-0000-0000-000000000000}"/>
          </ac:spMkLst>
        </pc:spChg>
        <pc:spChg chg="del mod topLvl">
          <ac:chgData name="SAI PRASANTH" userId="456c336b02c96c7f" providerId="LiveId" clId="{025DD65D-C1D1-4422-BA8B-639F318E93AB}" dt="2025-11-19T08:00:58.196" v="119" actId="21"/>
          <ac:spMkLst>
            <pc:docMk/>
            <pc:sldMk cId="0" sldId="261"/>
            <ac:spMk id="16" creationId="{00000000-0000-0000-0000-000000000000}"/>
          </ac:spMkLst>
        </pc:spChg>
        <pc:spChg chg="del topLvl">
          <ac:chgData name="SAI PRASANTH" userId="456c336b02c96c7f" providerId="LiveId" clId="{025DD65D-C1D1-4422-BA8B-639F318E93AB}" dt="2025-11-19T08:00:46.921" v="117" actId="21"/>
          <ac:spMkLst>
            <pc:docMk/>
            <pc:sldMk cId="0" sldId="261"/>
            <ac:spMk id="17" creationId="{00000000-0000-0000-0000-000000000000}"/>
          </ac:spMkLst>
        </pc:spChg>
        <pc:spChg chg="add mod">
          <ac:chgData name="SAI PRASANTH" userId="456c336b02c96c7f" providerId="LiveId" clId="{025DD65D-C1D1-4422-BA8B-639F318E93AB}" dt="2025-11-19T08:02:22.096" v="129" actId="207"/>
          <ac:spMkLst>
            <pc:docMk/>
            <pc:sldMk cId="0" sldId="261"/>
            <ac:spMk id="20" creationId="{C67824DE-4E10-B266-9FF9-12CA9C8B4706}"/>
          </ac:spMkLst>
        </pc:spChg>
        <pc:grpChg chg="del">
          <ac:chgData name="SAI PRASANTH" userId="456c336b02c96c7f" providerId="LiveId" clId="{025DD65D-C1D1-4422-BA8B-639F318E93AB}" dt="2025-11-19T07:59:57.262" v="111" actId="21"/>
          <ac:grpSpMkLst>
            <pc:docMk/>
            <pc:sldMk cId="0" sldId="261"/>
            <ac:grpSpMk id="3" creationId="{00000000-0000-0000-0000-000000000000}"/>
          </ac:grpSpMkLst>
        </pc:grpChg>
        <pc:grpChg chg="mod">
          <ac:chgData name="SAI PRASANTH" userId="456c336b02c96c7f" providerId="LiveId" clId="{025DD65D-C1D1-4422-BA8B-639F318E93AB}" dt="2025-11-19T08:00:25.519" v="115" actId="1076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00:15.029" v="113" actId="21"/>
          <ac:grpSpMkLst>
            <pc:docMk/>
            <pc:sldMk cId="0" sldId="261"/>
            <ac:grpSpMk id="7" creationId="{00000000-0000-0000-0000-000000000000}"/>
          </ac:grpSpMkLst>
        </pc:grpChg>
        <pc:grpChg chg="del mod">
          <ac:chgData name="SAI PRASANTH" userId="456c336b02c96c7f" providerId="LiveId" clId="{025DD65D-C1D1-4422-BA8B-639F318E93AB}" dt="2025-11-19T08:01:19.402" v="123" actId="21"/>
          <ac:grpSpMkLst>
            <pc:docMk/>
            <pc:sldMk cId="0" sldId="261"/>
            <ac:grpSpMk id="9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00:39.769" v="116" actId="21"/>
          <ac:grpSpMkLst>
            <pc:docMk/>
            <pc:sldMk cId="0" sldId="261"/>
            <ac:grpSpMk id="12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00:46.921" v="117" actId="21"/>
          <ac:grpSpMkLst>
            <pc:docMk/>
            <pc:sldMk cId="0" sldId="261"/>
            <ac:grpSpMk id="15" creationId="{00000000-0000-0000-0000-000000000000}"/>
          </ac:grpSpMkLst>
        </pc:grpChg>
      </pc:sldChg>
      <pc:sldChg chg="delSp modSp mod">
        <pc:chgData name="SAI PRASANTH" userId="456c336b02c96c7f" providerId="LiveId" clId="{025DD65D-C1D1-4422-BA8B-639F318E93AB}" dt="2025-11-19T08:05:57.414" v="179" actId="14100"/>
        <pc:sldMkLst>
          <pc:docMk/>
          <pc:sldMk cId="0" sldId="262"/>
        </pc:sldMkLst>
        <pc:spChg chg="del">
          <ac:chgData name="SAI PRASANTH" userId="456c336b02c96c7f" providerId="LiveId" clId="{025DD65D-C1D1-4422-BA8B-639F318E93AB}" dt="2025-11-19T08:04:44.942" v="165" actId="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04:10.219" v="158" actId="122"/>
          <ac:spMkLst>
            <pc:docMk/>
            <pc:sldMk cId="0" sldId="262"/>
            <ac:spMk id="14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04:16.706" v="159" actId="21"/>
          <ac:spMkLst>
            <pc:docMk/>
            <pc:sldMk cId="0" sldId="262"/>
            <ac:spMk id="15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04:38.007" v="163" actId="21"/>
          <ac:spMkLst>
            <pc:docMk/>
            <pc:sldMk cId="0" sldId="262"/>
            <ac:spMk id="16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04:22.168" v="160" actId="2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05:57.414" v="179" actId="14100"/>
          <ac:spMkLst>
            <pc:docMk/>
            <pc:sldMk cId="0" sldId="262"/>
            <ac:spMk id="18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04:29.914" v="162" actId="21"/>
          <ac:spMkLst>
            <pc:docMk/>
            <pc:sldMk cId="0" sldId="262"/>
            <ac:spMk id="19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04:54.949" v="167" actId="21"/>
          <ac:spMkLst>
            <pc:docMk/>
            <pc:sldMk cId="0" sldId="262"/>
            <ac:spMk id="20" creationId="{00000000-0000-0000-0000-000000000000}"/>
          </ac:spMkLst>
        </pc:spChg>
        <pc:grpChg chg="del">
          <ac:chgData name="SAI PRASANTH" userId="456c336b02c96c7f" providerId="LiveId" clId="{025DD65D-C1D1-4422-BA8B-639F318E93AB}" dt="2025-11-19T08:04:40.865" v="164" actId="21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04:25.851" v="161" actId="21"/>
          <ac:grpSpMkLst>
            <pc:docMk/>
            <pc:sldMk cId="0" sldId="262"/>
            <ac:grpSpMk id="8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04:47.951" v="166" actId="21"/>
          <ac:grpSpMkLst>
            <pc:docMk/>
            <pc:sldMk cId="0" sldId="262"/>
            <ac:grpSpMk id="11" creationId="{00000000-0000-0000-0000-000000000000}"/>
          </ac:grpSpMkLst>
        </pc:grpChg>
      </pc:sldChg>
      <pc:sldChg chg="del">
        <pc:chgData name="SAI PRASANTH" userId="456c336b02c96c7f" providerId="LiveId" clId="{025DD65D-C1D1-4422-BA8B-639F318E93AB}" dt="2025-11-19T08:03:44.614" v="134" actId="47"/>
        <pc:sldMkLst>
          <pc:docMk/>
          <pc:sldMk cId="0" sldId="263"/>
        </pc:sldMkLst>
      </pc:sldChg>
      <pc:sldChg chg="del">
        <pc:chgData name="SAI PRASANTH" userId="456c336b02c96c7f" providerId="LiveId" clId="{025DD65D-C1D1-4422-BA8B-639F318E93AB}" dt="2025-11-19T08:08:00.381" v="180" actId="47"/>
        <pc:sldMkLst>
          <pc:docMk/>
          <pc:sldMk cId="0" sldId="264"/>
        </pc:sldMkLst>
      </pc:sldChg>
      <pc:sldChg chg="addSp delSp modSp mod">
        <pc:chgData name="SAI PRASANTH" userId="456c336b02c96c7f" providerId="LiveId" clId="{025DD65D-C1D1-4422-BA8B-639F318E93AB}" dt="2025-11-19T08:11:25.669" v="212" actId="1076"/>
        <pc:sldMkLst>
          <pc:docMk/>
          <pc:sldMk cId="0" sldId="265"/>
        </pc:sldMkLst>
        <pc:spChg chg="mod">
          <ac:chgData name="SAI PRASANTH" userId="456c336b02c96c7f" providerId="LiveId" clId="{025DD65D-C1D1-4422-BA8B-639F318E93AB}" dt="2025-11-19T08:09:44.018" v="200" actId="1076"/>
          <ac:spMkLst>
            <pc:docMk/>
            <pc:sldMk cId="0" sldId="265"/>
            <ac:spMk id="4" creationId="{00000000-0000-0000-0000-000000000000}"/>
          </ac:spMkLst>
        </pc:spChg>
        <pc:spChg chg="add del mod">
          <ac:chgData name="SAI PRASANTH" userId="456c336b02c96c7f" providerId="LiveId" clId="{025DD65D-C1D1-4422-BA8B-639F318E93AB}" dt="2025-11-19T08:08:50.578" v="196" actId="20577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11:08.315" v="209"/>
          <ac:spMkLst>
            <pc:docMk/>
            <pc:sldMk cId="0" sldId="265"/>
            <ac:spMk id="7" creationId="{00000000-0000-0000-0000-000000000000}"/>
          </ac:spMkLst>
        </pc:spChg>
        <pc:spChg chg="add">
          <ac:chgData name="SAI PRASANTH" userId="456c336b02c96c7f" providerId="LiveId" clId="{025DD65D-C1D1-4422-BA8B-639F318E93AB}" dt="2025-11-19T08:09:02.476" v="198"/>
          <ac:spMkLst>
            <pc:docMk/>
            <pc:sldMk cId="0" sldId="265"/>
            <ac:spMk id="8" creationId="{78AE566F-525C-3E89-58A2-EA6114E33A9F}"/>
          </ac:spMkLst>
        </pc:spChg>
        <pc:spChg chg="add mod">
          <ac:chgData name="SAI PRASANTH" userId="456c336b02c96c7f" providerId="LiveId" clId="{025DD65D-C1D1-4422-BA8B-639F318E93AB}" dt="2025-11-19T08:11:25.669" v="212" actId="1076"/>
          <ac:spMkLst>
            <pc:docMk/>
            <pc:sldMk cId="0" sldId="265"/>
            <ac:spMk id="9" creationId="{348ADCD1-6B34-08E9-F3A2-0238282274F9}"/>
          </ac:spMkLst>
        </pc:spChg>
      </pc:sldChg>
      <pc:sldChg chg="addSp delSp modSp mod">
        <pc:chgData name="SAI PRASANTH" userId="456c336b02c96c7f" providerId="LiveId" clId="{025DD65D-C1D1-4422-BA8B-639F318E93AB}" dt="2025-11-19T08:15:12.891" v="297" actId="20577"/>
        <pc:sldMkLst>
          <pc:docMk/>
          <pc:sldMk cId="0" sldId="266"/>
        </pc:sldMkLst>
        <pc:spChg chg="mod">
          <ac:chgData name="SAI PRASANTH" userId="456c336b02c96c7f" providerId="LiveId" clId="{025DD65D-C1D1-4422-BA8B-639F318E93AB}" dt="2025-11-19T08:12:51.282" v="254" actId="122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13:16.513" v="258"/>
          <ac:spMkLst>
            <pc:docMk/>
            <pc:sldMk cId="0" sldId="266"/>
            <ac:spMk id="7" creationId="{00000000-0000-0000-0000-000000000000}"/>
          </ac:spMkLst>
        </pc:spChg>
        <pc:spChg chg="add mod">
          <ac:chgData name="SAI PRASANTH" userId="456c336b02c96c7f" providerId="LiveId" clId="{025DD65D-C1D1-4422-BA8B-639F318E93AB}" dt="2025-11-19T08:15:12.891" v="297" actId="20577"/>
          <ac:spMkLst>
            <pc:docMk/>
            <pc:sldMk cId="0" sldId="266"/>
            <ac:spMk id="8" creationId="{61032C46-298C-55F8-55D7-CBF04FB454BD}"/>
          </ac:spMkLst>
        </pc:spChg>
        <pc:grpChg chg="del">
          <ac:chgData name="SAI PRASANTH" userId="456c336b02c96c7f" providerId="LiveId" clId="{025DD65D-C1D1-4422-BA8B-639F318E93AB}" dt="2025-11-19T08:12:43.199" v="252" actId="21"/>
          <ac:grpSpMkLst>
            <pc:docMk/>
            <pc:sldMk cId="0" sldId="266"/>
            <ac:grpSpMk id="2" creationId="{00000000-0000-0000-0000-000000000000}"/>
          </ac:grpSpMkLst>
        </pc:grpChg>
      </pc:sldChg>
      <pc:sldChg chg="addSp delSp modSp mod ord">
        <pc:chgData name="SAI PRASANTH" userId="456c336b02c96c7f" providerId="LiveId" clId="{025DD65D-C1D1-4422-BA8B-639F318E93AB}" dt="2025-11-19T08:24:14.160" v="441"/>
        <pc:sldMkLst>
          <pc:docMk/>
          <pc:sldMk cId="0" sldId="267"/>
        </pc:sldMkLst>
        <pc:spChg chg="mod">
          <ac:chgData name="SAI PRASANTH" userId="456c336b02c96c7f" providerId="LiveId" clId="{025DD65D-C1D1-4422-BA8B-639F318E93AB}" dt="2025-11-19T08:22:13.748" v="418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21:41.921" v="410" actId="122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21:49.707" v="415"/>
          <ac:spMkLst>
            <pc:docMk/>
            <pc:sldMk cId="0" sldId="267"/>
            <ac:spMk id="7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21:47.505" v="412"/>
          <ac:spMkLst>
            <pc:docMk/>
            <pc:sldMk cId="0" sldId="267"/>
            <ac:spMk id="9" creationId="{00000000-0000-0000-0000-000000000000}"/>
          </ac:spMkLst>
        </pc:spChg>
        <pc:spChg chg="add del mod">
          <ac:chgData name="SAI PRASANTH" userId="456c336b02c96c7f" providerId="LiveId" clId="{025DD65D-C1D1-4422-BA8B-639F318E93AB}" dt="2025-11-19T08:23:46.641" v="439"/>
          <ac:spMkLst>
            <pc:docMk/>
            <pc:sldMk cId="0" sldId="267"/>
            <ac:spMk id="10" creationId="{519FA6E4-6B7A-6446-DFF8-DA8501CB1472}"/>
          </ac:spMkLst>
        </pc:spChg>
        <pc:spChg chg="add mod">
          <ac:chgData name="SAI PRASANTH" userId="456c336b02c96c7f" providerId="LiveId" clId="{025DD65D-C1D1-4422-BA8B-639F318E93AB}" dt="2025-11-19T08:23:43.124" v="437" actId="20577"/>
          <ac:spMkLst>
            <pc:docMk/>
            <pc:sldMk cId="0" sldId="267"/>
            <ac:spMk id="11" creationId="{90D6CBEB-87A0-82A6-80F0-EA9F7017946D}"/>
          </ac:spMkLst>
        </pc:spChg>
        <pc:grpChg chg="del">
          <ac:chgData name="SAI PRASANTH" userId="456c336b02c96c7f" providerId="LiveId" clId="{025DD65D-C1D1-4422-BA8B-639F318E93AB}" dt="2025-11-19T08:21:12.433" v="371" actId="21"/>
          <ac:grpSpMkLst>
            <pc:docMk/>
            <pc:sldMk cId="0" sldId="267"/>
            <ac:grpSpMk id="2" creationId="{00000000-0000-0000-0000-000000000000}"/>
          </ac:grpSpMkLst>
        </pc:grpChg>
        <pc:grpChg chg="add del mod">
          <ac:chgData name="SAI PRASANTH" userId="456c336b02c96c7f" providerId="LiveId" clId="{025DD65D-C1D1-4422-BA8B-639F318E93AB}" dt="2025-11-19T08:21:49.702" v="413" actId="21"/>
          <ac:grpSpMkLst>
            <pc:docMk/>
            <pc:sldMk cId="0" sldId="267"/>
            <ac:grpSpMk id="8" creationId="{00000000-0000-0000-0000-000000000000}"/>
          </ac:grpSpMkLst>
        </pc:grpChg>
      </pc:sldChg>
      <pc:sldChg chg="addSp delSp modSp mod">
        <pc:chgData name="SAI PRASANTH" userId="456c336b02c96c7f" providerId="LiveId" clId="{025DD65D-C1D1-4422-BA8B-639F318E93AB}" dt="2025-11-19T08:20:37.432" v="370"/>
        <pc:sldMkLst>
          <pc:docMk/>
          <pc:sldMk cId="0" sldId="268"/>
        </pc:sldMkLst>
        <pc:spChg chg="mod">
          <ac:chgData name="SAI PRASANTH" userId="456c336b02c96c7f" providerId="LiveId" clId="{025DD65D-C1D1-4422-BA8B-639F318E93AB}" dt="2025-11-19T08:18:34.500" v="321" actId="1410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17:22.141" v="309" actId="21"/>
          <ac:spMkLst>
            <pc:docMk/>
            <pc:sldMk cId="0" sldId="268"/>
            <ac:spMk id="7" creationId="{00000000-0000-0000-0000-000000000000}"/>
          </ac:spMkLst>
        </pc:spChg>
        <pc:spChg chg="add del mod">
          <ac:chgData name="SAI PRASANTH" userId="456c336b02c96c7f" providerId="LiveId" clId="{025DD65D-C1D1-4422-BA8B-639F318E93AB}" dt="2025-11-19T08:18:01.909" v="313" actId="21"/>
          <ac:spMkLst>
            <pc:docMk/>
            <pc:sldMk cId="0" sldId="268"/>
            <ac:spMk id="8" creationId="{E59023B8-284F-1590-DD46-4C8A7E046720}"/>
          </ac:spMkLst>
        </pc:spChg>
        <pc:spChg chg="add del">
          <ac:chgData name="SAI PRASANTH" userId="456c336b02c96c7f" providerId="LiveId" clId="{025DD65D-C1D1-4422-BA8B-639F318E93AB}" dt="2025-11-19T08:18:01.909" v="313" actId="21"/>
          <ac:spMkLst>
            <pc:docMk/>
            <pc:sldMk cId="0" sldId="268"/>
            <ac:spMk id="9" creationId="{1078E067-B3F2-8DA1-40DF-7AC5A415478D}"/>
          </ac:spMkLst>
        </pc:spChg>
        <pc:spChg chg="add del mod">
          <ac:chgData name="SAI PRASANTH" userId="456c336b02c96c7f" providerId="LiveId" clId="{025DD65D-C1D1-4422-BA8B-639F318E93AB}" dt="2025-11-19T08:18:38.919" v="323"/>
          <ac:spMkLst>
            <pc:docMk/>
            <pc:sldMk cId="0" sldId="268"/>
            <ac:spMk id="10" creationId="{919DE862-E6E0-F83D-E401-B44FA49B3CE7}"/>
          </ac:spMkLst>
        </pc:spChg>
        <pc:spChg chg="add del mod">
          <ac:chgData name="SAI PRASANTH" userId="456c336b02c96c7f" providerId="LiveId" clId="{025DD65D-C1D1-4422-BA8B-639F318E93AB}" dt="2025-11-19T08:20:37.432" v="370"/>
          <ac:spMkLst>
            <pc:docMk/>
            <pc:sldMk cId="0" sldId="268"/>
            <ac:spMk id="11" creationId="{3D7DE30D-4B64-FB5B-DFB7-6A9F572157E5}"/>
          </ac:spMkLst>
        </pc:spChg>
        <pc:spChg chg="add mod">
          <ac:chgData name="SAI PRASANTH" userId="456c336b02c96c7f" providerId="LiveId" clId="{025DD65D-C1D1-4422-BA8B-639F318E93AB}" dt="2025-11-19T08:20:36.488" v="368" actId="1076"/>
          <ac:spMkLst>
            <pc:docMk/>
            <pc:sldMk cId="0" sldId="268"/>
            <ac:spMk id="12" creationId="{2C27388D-6082-975B-D277-060E546BCA74}"/>
          </ac:spMkLst>
        </pc:spChg>
      </pc:sldChg>
      <pc:sldChg chg="addSp delSp modSp mod">
        <pc:chgData name="SAI PRASANTH" userId="456c336b02c96c7f" providerId="LiveId" clId="{025DD65D-C1D1-4422-BA8B-639F318E93AB}" dt="2025-11-19T08:28:32.304" v="493" actId="1076"/>
        <pc:sldMkLst>
          <pc:docMk/>
          <pc:sldMk cId="0" sldId="269"/>
        </pc:sldMkLst>
        <pc:spChg chg="mod">
          <ac:chgData name="SAI PRASANTH" userId="456c336b02c96c7f" providerId="LiveId" clId="{025DD65D-C1D1-4422-BA8B-639F318E93AB}" dt="2025-11-19T08:24:51.095" v="460" actId="20577"/>
          <ac:spMkLst>
            <pc:docMk/>
            <pc:sldMk cId="0" sldId="269"/>
            <ac:spMk id="4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24:55.958" v="461" actId="21"/>
          <ac:spMkLst>
            <pc:docMk/>
            <pc:sldMk cId="0" sldId="269"/>
            <ac:spMk id="5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25:01.497" v="462" actId="21"/>
          <ac:spMkLst>
            <pc:docMk/>
            <pc:sldMk cId="0" sldId="269"/>
            <ac:spMk id="6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25:07.307" v="463" actId="21"/>
          <ac:spMkLst>
            <pc:docMk/>
            <pc:sldMk cId="0" sldId="269"/>
            <ac:spMk id="7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25:28.278" v="472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SAI PRASANTH" userId="456c336b02c96c7f" providerId="LiveId" clId="{025DD65D-C1D1-4422-BA8B-639F318E93AB}" dt="2025-11-19T08:25:28.278" v="470"/>
          <ac:spMkLst>
            <pc:docMk/>
            <pc:sldMk cId="0" sldId="269"/>
            <ac:spMk id="9" creationId="{00000000-0000-0000-0000-000000000000}"/>
          </ac:spMkLst>
        </pc:spChg>
        <pc:spChg chg="del">
          <ac:chgData name="SAI PRASANTH" userId="456c336b02c96c7f" providerId="LiveId" clId="{025DD65D-C1D1-4422-BA8B-639F318E93AB}" dt="2025-11-19T08:25:10.201" v="464" actId="21"/>
          <ac:spMkLst>
            <pc:docMk/>
            <pc:sldMk cId="0" sldId="269"/>
            <ac:spMk id="10" creationId="{00000000-0000-0000-0000-000000000000}"/>
          </ac:spMkLst>
        </pc:spChg>
        <pc:spChg chg="add del mod">
          <ac:chgData name="SAI PRASANTH" userId="456c336b02c96c7f" providerId="LiveId" clId="{025DD65D-C1D1-4422-BA8B-639F318E93AB}" dt="2025-11-19T08:26:16.783" v="477"/>
          <ac:spMkLst>
            <pc:docMk/>
            <pc:sldMk cId="0" sldId="269"/>
            <ac:spMk id="13" creationId="{278A4B60-A4A5-F3D9-6DE4-093CD5E6F12C}"/>
          </ac:spMkLst>
        </pc:spChg>
        <pc:spChg chg="add mod">
          <ac:chgData name="SAI PRASANTH" userId="456c336b02c96c7f" providerId="LiveId" clId="{025DD65D-C1D1-4422-BA8B-639F318E93AB}" dt="2025-11-19T08:28:32.304" v="493" actId="1076"/>
          <ac:spMkLst>
            <pc:docMk/>
            <pc:sldMk cId="0" sldId="269"/>
            <ac:spMk id="14" creationId="{91A60C81-8284-BE17-9741-CEBDB836FA93}"/>
          </ac:spMkLst>
        </pc:spChg>
        <pc:grpChg chg="mod">
          <ac:chgData name="SAI PRASANTH" userId="456c336b02c96c7f" providerId="LiveId" clId="{025DD65D-C1D1-4422-BA8B-639F318E93AB}" dt="2025-11-19T08:27:18.926" v="482" actId="1076"/>
          <ac:grpSpMkLst>
            <pc:docMk/>
            <pc:sldMk cId="0" sldId="269"/>
            <ac:grpSpMk id="2" creationId="{00000000-0000-0000-0000-000000000000}"/>
          </ac:grpSpMkLst>
        </pc:grpChg>
      </pc:sldChg>
      <pc:sldChg chg="delSp modSp mod">
        <pc:chgData name="SAI PRASANTH" userId="456c336b02c96c7f" providerId="LiveId" clId="{025DD65D-C1D1-4422-BA8B-639F318E93AB}" dt="2025-11-19T08:30:18.350" v="564" actId="12"/>
        <pc:sldMkLst>
          <pc:docMk/>
          <pc:sldMk cId="0" sldId="270"/>
        </pc:sldMkLst>
        <pc:spChg chg="del topLvl">
          <ac:chgData name="SAI PRASANTH" userId="456c336b02c96c7f" providerId="LiveId" clId="{025DD65D-C1D1-4422-BA8B-639F318E93AB}" dt="2025-11-19T08:29:36.268" v="556" actId="21"/>
          <ac:spMkLst>
            <pc:docMk/>
            <pc:sldMk cId="0" sldId="270"/>
            <ac:spMk id="6" creationId="{00000000-0000-0000-0000-000000000000}"/>
          </ac:spMkLst>
        </pc:spChg>
        <pc:spChg chg="del topLvl">
          <ac:chgData name="SAI PRASANTH" userId="456c336b02c96c7f" providerId="LiveId" clId="{025DD65D-C1D1-4422-BA8B-639F318E93AB}" dt="2025-11-19T08:29:39.899" v="557" actId="21"/>
          <ac:spMkLst>
            <pc:docMk/>
            <pc:sldMk cId="0" sldId="270"/>
            <ac:spMk id="7" creationId="{00000000-0000-0000-0000-000000000000}"/>
          </ac:spMkLst>
        </pc:spChg>
        <pc:spChg chg="del topLvl">
          <ac:chgData name="SAI PRASANTH" userId="456c336b02c96c7f" providerId="LiveId" clId="{025DD65D-C1D1-4422-BA8B-639F318E93AB}" dt="2025-11-19T08:29:44.546" v="558" actId="21"/>
          <ac:spMkLst>
            <pc:docMk/>
            <pc:sldMk cId="0" sldId="270"/>
            <ac:spMk id="9" creationId="{00000000-0000-0000-0000-000000000000}"/>
          </ac:spMkLst>
        </pc:spChg>
        <pc:spChg chg="mod topLvl">
          <ac:chgData name="SAI PRASANTH" userId="456c336b02c96c7f" providerId="LiveId" clId="{025DD65D-C1D1-4422-BA8B-639F318E93AB}" dt="2025-11-19T08:30:18.350" v="564" actId="12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29:19.822" v="553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AI PRASANTH" userId="456c336b02c96c7f" providerId="LiveId" clId="{025DD65D-C1D1-4422-BA8B-639F318E93AB}" dt="2025-11-19T08:29:25.691" v="554" actId="20577"/>
          <ac:spMkLst>
            <pc:docMk/>
            <pc:sldMk cId="0" sldId="270"/>
            <ac:spMk id="13" creationId="{00000000-0000-0000-0000-000000000000}"/>
          </ac:spMkLst>
        </pc:spChg>
        <pc:grpChg chg="del">
          <ac:chgData name="SAI PRASANTH" userId="456c336b02c96c7f" providerId="LiveId" clId="{025DD65D-C1D1-4422-BA8B-639F318E93AB}" dt="2025-11-19T08:29:31.364" v="555" actId="21"/>
          <ac:grpSpMkLst>
            <pc:docMk/>
            <pc:sldMk cId="0" sldId="270"/>
            <ac:grpSpMk id="2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29:36.268" v="556" actId="21"/>
          <ac:grpSpMkLst>
            <pc:docMk/>
            <pc:sldMk cId="0" sldId="270"/>
            <ac:grpSpMk id="5" creationId="{00000000-0000-0000-0000-000000000000}"/>
          </ac:grpSpMkLst>
        </pc:grpChg>
        <pc:grpChg chg="del">
          <ac:chgData name="SAI PRASANTH" userId="456c336b02c96c7f" providerId="LiveId" clId="{025DD65D-C1D1-4422-BA8B-639F318E93AB}" dt="2025-11-19T08:29:44.546" v="558" actId="21"/>
          <ac:grpSpMkLst>
            <pc:docMk/>
            <pc:sldMk cId="0" sldId="270"/>
            <ac:grpSpMk id="8" creationId="{00000000-0000-0000-0000-000000000000}"/>
          </ac:grpSpMkLst>
        </pc:grpChg>
      </pc:sldChg>
      <pc:sldChg chg="add del">
        <pc:chgData name="SAI PRASANTH" userId="456c336b02c96c7f" providerId="LiveId" clId="{025DD65D-C1D1-4422-BA8B-639F318E93AB}" dt="2025-11-19T07:52:40.016" v="41" actId="2696"/>
        <pc:sldMkLst>
          <pc:docMk/>
          <pc:sldMk cId="2888385605" sldId="272"/>
        </pc:sldMkLst>
      </pc:sldChg>
      <pc:sldChg chg="new del">
        <pc:chgData name="SAI PRASANTH" userId="456c336b02c96c7f" providerId="LiveId" clId="{025DD65D-C1D1-4422-BA8B-639F318E93AB}" dt="2025-11-19T07:50:41.554" v="3" actId="2696"/>
        <pc:sldMkLst>
          <pc:docMk/>
          <pc:sldMk cId="326706733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>
                <a:solidFill>
                  <a:srgbClr val="D6E6F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ACO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3391376"/>
            <a:ext cx="9496425" cy="5722772"/>
            <a:chOff x="0" y="219075"/>
            <a:chExt cx="12661900" cy="7630364"/>
          </a:xfrm>
        </p:grpSpPr>
        <p:sp>
          <p:nvSpPr>
            <p:cNvPr id="6" name="TextBox 6"/>
            <p:cNvSpPr txBox="1"/>
            <p:nvPr/>
          </p:nvSpPr>
          <p:spPr>
            <a:xfrm>
              <a:off x="3479800" y="7228842"/>
              <a:ext cx="9182100" cy="620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D6E6F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Using ant colony optimization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9182100" cy="6242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25"/>
                </a:lnSpc>
              </a:pPr>
              <a:r>
                <a:rPr lang="en-US" sz="11925" spc="-238" dirty="0">
                  <a:solidFill>
                    <a:srgbClr val="D6E6F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Delivery Route Optimization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8" descr="A map with buildings and a road&#10;&#10;AI-generated content may be incorrect.">
            <a:extLst>
              <a:ext uri="{FF2B5EF4-FFF2-40B4-BE49-F238E27FC236}">
                <a16:creationId xmlns:a16="http://schemas.microsoft.com/office/drawing/2014/main" id="{786396B3-092D-940C-8F31-E89D1D090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676275"/>
            <a:ext cx="8686800" cy="82772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612231"/>
            <a:ext cx="12639675" cy="2089575"/>
            <a:chOff x="0" y="180975"/>
            <a:chExt cx="16852900" cy="2786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6852900" cy="1653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endParaRPr lang="en-US" sz="96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87600"/>
              <a:ext cx="168529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799" b="1" u="none" strike="noStrike" dirty="0">
                <a:solidFill>
                  <a:srgbClr val="D6E6F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E9AC40A7-F359-4D9B-0E23-E123BACD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87178"/>
            <a:ext cx="13563600" cy="1320800"/>
          </a:xfrm>
          <a:prstGeom prst="rect">
            <a:avLst/>
          </a:prstGeom>
        </p:spPr>
      </p:pic>
      <p:pic>
        <p:nvPicPr>
          <p:cNvPr id="8" name="table">
            <a:extLst>
              <a:ext uri="{FF2B5EF4-FFF2-40B4-BE49-F238E27FC236}">
                <a16:creationId xmlns:a16="http://schemas.microsoft.com/office/drawing/2014/main" id="{2789A5DD-253B-D4A8-32B3-B0981EC8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38300"/>
            <a:ext cx="13563600" cy="6730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858125" y="1743075"/>
            <a:ext cx="97631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u="none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Introduction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 descr="A group of ants on a wood surface&#10;&#10;AI-generated content may be incorrect.">
            <a:extLst>
              <a:ext uri="{FF2B5EF4-FFF2-40B4-BE49-F238E27FC236}">
                <a16:creationId xmlns:a16="http://schemas.microsoft.com/office/drawing/2014/main" id="{4C73085A-83C4-04A8-07C0-68C30E85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76276"/>
            <a:ext cx="5962650" cy="89439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EE96AD-DDEC-D728-16A8-98E092F06AA1}"/>
              </a:ext>
            </a:extLst>
          </p:cNvPr>
          <p:cNvSpPr txBox="1"/>
          <p:nvPr/>
        </p:nvSpPr>
        <p:spPr>
          <a:xfrm>
            <a:off x="8305800" y="3848099"/>
            <a:ext cx="9448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Route optimization is essential in logistics and delivery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Goal: minimize travel distance/time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Traditional methods fail as number of delivery points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Need for intelligent, nature-inspired optimization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1271337"/>
            <a:chOff x="0" y="0"/>
            <a:chExt cx="5346700" cy="1695116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799" b="1" u="none" strike="noStrike" dirty="0">
                <a:solidFill>
                  <a:srgbClr val="D6E6F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460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4"/>
                </a:lnSpc>
                <a:spcBef>
                  <a:spcPct val="0"/>
                </a:spcBef>
              </a:pPr>
              <a:endParaRPr lang="en-US" sz="2220" u="none" strike="noStrike" dirty="0">
                <a:solidFill>
                  <a:srgbClr val="D6E6FB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248861"/>
            <a:ext cx="17487900" cy="4418320"/>
            <a:chOff x="-381000" y="-1517626"/>
            <a:chExt cx="23317200" cy="14866189"/>
          </a:xfrm>
        </p:grpSpPr>
        <p:sp>
          <p:nvSpPr>
            <p:cNvPr id="12" name="TextBox 12"/>
            <p:cNvSpPr txBox="1"/>
            <p:nvPr/>
          </p:nvSpPr>
          <p:spPr>
            <a:xfrm>
              <a:off x="-381000" y="-1517626"/>
              <a:ext cx="23317200" cy="46930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</a:pPr>
              <a:r>
                <a:rPr lang="en-US" sz="9600" spc="-192" dirty="0">
                  <a:solidFill>
                    <a:srgbClr val="D6E6F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Problem Statement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76600" y="11090785"/>
              <a:ext cx="11607800" cy="22577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799" b="1" u="none" strike="noStrike" dirty="0">
                <a:solidFill>
                  <a:srgbClr val="D6E6F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2" descr="Route Planning vs Route Optimization - Locate2u">
            <a:extLst>
              <a:ext uri="{FF2B5EF4-FFF2-40B4-BE49-F238E27FC236}">
                <a16:creationId xmlns:a16="http://schemas.microsoft.com/office/drawing/2014/main" id="{42C970CD-9A5A-A709-9D8A-80064F9084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800100"/>
            <a:ext cx="4495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620A0-B9C1-342D-E29A-545B483F7A2E}"/>
              </a:ext>
            </a:extLst>
          </p:cNvPr>
          <p:cNvSpPr txBox="1"/>
          <p:nvPr/>
        </p:nvSpPr>
        <p:spPr>
          <a:xfrm>
            <a:off x="1371600" y="3366735"/>
            <a:ext cx="15544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bg1"/>
                </a:solidFill>
              </a:rPr>
              <a:t>Deliver to multiple locations in shortest possible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bg1"/>
                </a:solidFill>
              </a:rPr>
              <a:t>Equivalent to Travelling Salesman Problem (TSP)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bg1"/>
                </a:solidFill>
              </a:rPr>
              <a:t>Large combinations → exponential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bg1"/>
                </a:solidFill>
              </a:rPr>
              <a:t>Need an algorithm that finds near-optimal paths efficiently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200" y="1266519"/>
            <a:ext cx="12744450" cy="1286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110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What is ACO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81000" y="2980206"/>
            <a:ext cx="6410325" cy="6049928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2"/>
              <a:stretch>
                <a:fillRect l="-376" r="-37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229601" y="1562099"/>
            <a:ext cx="9391650" cy="43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endParaRPr lang="en-US" sz="2799" b="1" u="none" strike="noStrike" dirty="0">
              <a:solidFill>
                <a:srgbClr val="D6E6FB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824DE-4E10-B266-9FF9-12CA9C8B4706}"/>
              </a:ext>
            </a:extLst>
          </p:cNvPr>
          <p:cNvSpPr txBox="1"/>
          <p:nvPr/>
        </p:nvSpPr>
        <p:spPr>
          <a:xfrm>
            <a:off x="8610600" y="2980205"/>
            <a:ext cx="92964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Ant Colony Optimization is a nature-inspired metaheuristic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Based on real ants finding shortest path using pheromones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Uses probabilistic decisions + pheromone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Suitable for complex routing problems like delivery networks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666750" y="1756410"/>
            <a:ext cx="158210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Biological Inspiration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6400" y="3390900"/>
            <a:ext cx="13258800" cy="3756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Ants wander randomly to find food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Shorter paths get stronger pheromone trails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Other ants follow stronger pheromone → best path emerges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ACO simulates this collective intelligence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D6E6FB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AutoShape 4"/>
          <p:cNvSpPr/>
          <p:nvPr/>
        </p:nvSpPr>
        <p:spPr>
          <a:xfrm>
            <a:off x="-1143000" y="952500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6886575" cy="241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60"/>
              </a:lnSpc>
            </a:pPr>
            <a:r>
              <a:rPr lang="en-US" sz="9360" spc="-187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ACO WORKFLOW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48ADCD1-6B34-08E9-F3A2-02382822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72750"/>
            <a:ext cx="1005840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Initialize pheromone on all edges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Place ants on cities/delivery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Ants build routes based on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Evaluate each route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Update pheromone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Repeat for many iterations until convergence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3A7BD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3A7BD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15411450" cy="124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ACO Algorithm Components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032C46-298C-55F8-55D7-CBF04FB45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14700"/>
            <a:ext cx="1194102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Pheromone (τ):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indicates strength of a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Heuristic (η = 1/distance):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visibility of a good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Parameters: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α: pheromone importance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β: heuristic importance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ρ: evaporation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Q: pheromone deposit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Probability-based next-city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66700" y="1054778"/>
            <a:ext cx="7591425" cy="124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ACO Pseudocode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C27388D-6082-975B-D277-060E546BC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95" y="2492581"/>
            <a:ext cx="9622891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Initialize pheromone for all edges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For each iteration: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 Every ant constructs a complete tour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 Calculate tour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     Update best tour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Evaporate pheromone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Add pheromone for good tours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Return best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666749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12820650" cy="124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Project Implementation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0D6CBEB-87A0-82A6-80F0-EA9F70179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695700"/>
            <a:ext cx="1146647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User clicks on canvas to add delivery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Each ant constructs a route visually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Pheromone trails shown using line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Best route highlighted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Implemented using C, CPP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858125" y="1743075"/>
            <a:ext cx="97631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u="none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Experiments &amp; Results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1A60C81-8284-BE17-9741-CEBDB836F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759" y="3695700"/>
            <a:ext cx="1186626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400" dirty="0">
                <a:solidFill>
                  <a:schemeClr val="bg1"/>
                </a:solidFill>
              </a:rPr>
              <a:t>Tested with multiple random delivery points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Ants gradually converge to shorter paths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Pheromone intensifies on optimal edges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Best route emerges clearly after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Histogram of best distance continuously improves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524000" y="4381500"/>
            <a:ext cx="14658975" cy="5011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Works well for large, complex route networks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Avoids local minima using evaporation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Learns from collective behaviour of ants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More flexible than traditional algorithms like Dijkstra/BFS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Produces near-optimal solutions with less computation than brute force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Performs better than Genetic Algorithm in many TSP cases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800" dirty="0">
                <a:solidFill>
                  <a:schemeClr val="bg1"/>
                </a:solidFill>
              </a:rPr>
              <a:t>Ideal for dynamic delivery routes (traffic, new points, etc.)</a:t>
            </a:r>
          </a:p>
          <a:p>
            <a:pPr marL="0" lvl="0" indent="0" algn="l">
              <a:lnSpc>
                <a:spcPts val="2592"/>
              </a:lnSpc>
              <a:spcBef>
                <a:spcPct val="0"/>
              </a:spcBef>
            </a:pPr>
            <a:endParaRPr lang="en-US" sz="2160" u="none" strike="noStrike" dirty="0">
              <a:solidFill>
                <a:srgbClr val="D6E6FB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66750" y="1697831"/>
            <a:ext cx="16954500" cy="2471574"/>
            <a:chOff x="0" y="180975"/>
            <a:chExt cx="22606000" cy="329543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3295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 dirty="0">
                  <a:solidFill>
                    <a:srgbClr val="D6E6F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Why ACO is better than other Algorithms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799" b="1" u="none" strike="noStrike" dirty="0">
                <a:solidFill>
                  <a:srgbClr val="D6E6F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D6E6F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1698676"/>
            <a:ext cx="5448300" cy="2025316"/>
            <a:chOff x="0" y="180975"/>
            <a:chExt cx="7264400" cy="2700422"/>
          </a:xfrm>
        </p:grpSpPr>
        <p:sp>
          <p:nvSpPr>
            <p:cNvPr id="5" name="TextBox 5"/>
            <p:cNvSpPr txBox="1"/>
            <p:nvPr/>
          </p:nvSpPr>
          <p:spPr>
            <a:xfrm>
              <a:off x="0" y="180975"/>
              <a:ext cx="7264400" cy="165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endParaRPr lang="en-US" sz="9600" spc="-192" dirty="0">
                <a:solidFill>
                  <a:srgbClr val="D6E6F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86474"/>
              <a:ext cx="7264400" cy="494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endParaRPr lang="en-US" sz="2400" u="none" strike="noStrike" dirty="0">
                <a:solidFill>
                  <a:srgbClr val="D6E6FB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8000999"/>
            <a:ext cx="5448300" cy="733142"/>
            <a:chOff x="0" y="482600"/>
            <a:chExt cx="7264400" cy="977523"/>
          </a:xfrm>
        </p:grpSpPr>
        <p:sp>
          <p:nvSpPr>
            <p:cNvPr id="9" name="TextBox 9"/>
            <p:cNvSpPr txBox="1"/>
            <p:nvPr/>
          </p:nvSpPr>
          <p:spPr>
            <a:xfrm>
              <a:off x="0" y="482600"/>
              <a:ext cx="7264400" cy="494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endParaRPr lang="en-US" sz="2400" dirty="0">
                <a:solidFill>
                  <a:srgbClr val="D6E6FB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65200"/>
              <a:ext cx="7264400" cy="494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endParaRPr lang="en-US" sz="2400" dirty="0">
                <a:solidFill>
                  <a:srgbClr val="D6E6FB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B72094C-9B3F-6319-627B-D56284A9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377</Words>
  <Application>Microsoft Office PowerPoint</Application>
  <PresentationFormat>Custom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HK Grotesk Semi-Bold</vt:lpstr>
      <vt:lpstr>Arial</vt:lpstr>
      <vt:lpstr>Noto Serif Display ExtraCondensed Light</vt:lpstr>
      <vt:lpstr>HK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Delivery Route Optimization</dc:title>
  <dc:creator>suren</dc:creator>
  <dc:description>Presentation - Delivery Route Optimization</dc:description>
  <cp:lastModifiedBy>SAI PRASANTH</cp:lastModifiedBy>
  <cp:revision>4</cp:revision>
  <dcterms:created xsi:type="dcterms:W3CDTF">2006-08-16T00:00:00Z</dcterms:created>
  <dcterms:modified xsi:type="dcterms:W3CDTF">2025-11-19T08:30:18Z</dcterms:modified>
  <dc:identifier>DAG5GkXXgSU</dc:identifier>
</cp:coreProperties>
</file>